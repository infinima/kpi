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9" r:id="rId5"/>
    <p:sldId id="265" r:id="rId6"/>
    <p:sldId id="257" r:id="rId7"/>
    <p:sldId id="266" r:id="rId8"/>
    <p:sldId id="258" r:id="rId9"/>
    <p:sldId id="267" r:id="rId10"/>
    <p:sldId id="260" r:id="rId11"/>
    <p:sldId id="268" r:id="rId12"/>
    <p:sldId id="261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F42AD6-1698-41AC-A8F1-B8B4D1AE7CA6}" v="1" dt="2026-03-28T20:19:37.965"/>
    <p1510:client id="{C3E270CE-F652-471C-8FB7-6918E7BEA050}" v="40" dt="2026-03-28T20:58:34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84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926A-CC18-43AB-BACA-1401134523EB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4F39-B313-4272-81BA-B8136410A5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460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926A-CC18-43AB-BACA-1401134523EB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4F39-B313-4272-81BA-B8136410A5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19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926A-CC18-43AB-BACA-1401134523EB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4F39-B313-4272-81BA-B8136410A5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18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926A-CC18-43AB-BACA-1401134523EB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4F39-B313-4272-81BA-B8136410A5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40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926A-CC18-43AB-BACA-1401134523EB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4F39-B313-4272-81BA-B8136410A5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09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926A-CC18-43AB-BACA-1401134523EB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4F39-B313-4272-81BA-B8136410A5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97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926A-CC18-43AB-BACA-1401134523EB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4F39-B313-4272-81BA-B8136410A5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642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926A-CC18-43AB-BACA-1401134523EB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4F39-B313-4272-81BA-B8136410A5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49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926A-CC18-43AB-BACA-1401134523EB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4F39-B313-4272-81BA-B8136410A5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635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926A-CC18-43AB-BACA-1401134523EB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4F39-B313-4272-81BA-B8136410A5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28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926A-CC18-43AB-BACA-1401134523EB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4F39-B313-4272-81BA-B8136410A5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76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2926A-CC18-43AB-BACA-1401134523EB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04F39-B313-4272-81BA-B8136410A5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3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1816671"/>
            <a:ext cx="12191999" cy="2387600"/>
          </a:xfrm>
        </p:spPr>
        <p:txBody>
          <a:bodyPr>
            <a:noAutofit/>
          </a:bodyPr>
          <a:lstStyle/>
          <a:p>
            <a:r>
              <a:rPr lang="ru-RU" sz="10000" dirty="0">
                <a:solidFill>
                  <a:schemeClr val="bg1"/>
                </a:solidFill>
                <a:latin typeface="Philosopher" pitchFamily="2" charset="0"/>
              </a:rPr>
              <a:t>НАГРАЖДЕНИЕ</a:t>
            </a:r>
            <a:br>
              <a:rPr lang="ru-RU" sz="10000" dirty="0">
                <a:solidFill>
                  <a:schemeClr val="bg1"/>
                </a:solidFill>
                <a:latin typeface="Philosopher" pitchFamily="2" charset="0"/>
              </a:rPr>
            </a:br>
            <a:r>
              <a:rPr lang="en-US" sz="5000" dirty="0">
                <a:solidFill>
                  <a:schemeClr val="bg1"/>
                </a:solidFill>
                <a:latin typeface="Corbel Light" panose="020B0303020204020204" pitchFamily="34" charset="0"/>
              </a:rPr>
              <a:t>VI </a:t>
            </a:r>
            <a:r>
              <a:rPr lang="ru-RU" sz="5000" dirty="0">
                <a:solidFill>
                  <a:schemeClr val="bg1"/>
                </a:solidFill>
                <a:latin typeface="Corbel Light" panose="020B0303020204020204" pitchFamily="34" charset="0"/>
              </a:rPr>
              <a:t>Турнира математических игр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BA7A7E-987E-F3D3-3433-8C99208A34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465" y="4222792"/>
            <a:ext cx="1569071" cy="73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21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66219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ru-RU" sz="7000" dirty="0">
                <a:solidFill>
                  <a:schemeClr val="bg1"/>
                </a:solidFill>
                <a:latin typeface="Philosopher" pitchFamily="2" charset="0"/>
              </a:rPr>
              <a:t>Специальные номинации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11" y="5629882"/>
            <a:ext cx="1725978" cy="80347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99" y="666707"/>
            <a:ext cx="1122824" cy="11228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485" y="6169204"/>
            <a:ext cx="1724297" cy="43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86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8850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ru-RU" sz="3500" dirty="0">
                <a:solidFill>
                  <a:schemeClr val="bg1"/>
                </a:solidFill>
                <a:latin typeface="Corbel Light"/>
              </a:rPr>
              <a:t>Номинация</a:t>
            </a:r>
            <a:br>
              <a:rPr lang="ru-RU" sz="9000" dirty="0">
                <a:latin typeface="Corbel Light"/>
              </a:rPr>
            </a:br>
            <a:r>
              <a:rPr lang="ru-RU" sz="6500" dirty="0">
                <a:solidFill>
                  <a:schemeClr val="bg1"/>
                </a:solidFill>
                <a:latin typeface="Philosopher" pitchFamily="2" charset="0"/>
              </a:rPr>
              <a:t>«</a:t>
            </a:r>
            <a:r>
              <a:rPr lang="en-US" sz="6500" dirty="0">
                <a:solidFill>
                  <a:schemeClr val="bg1"/>
                </a:solidFill>
                <a:latin typeface="Philosopher" pitchFamily="2" charset="0"/>
              </a:rPr>
              <a:t>{{NOMINATION}}</a:t>
            </a:r>
            <a:r>
              <a:rPr lang="ru-RU" sz="6500" dirty="0">
                <a:solidFill>
                  <a:schemeClr val="bg1"/>
                </a:solidFill>
                <a:latin typeface="Philosopher" pitchFamily="2" charset="0"/>
              </a:rPr>
              <a:t>»</a:t>
            </a: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524000" y="3117954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Garamond"/>
              </a:rPr>
              <a:t>{{TEAM_1}}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11" y="5629882"/>
            <a:ext cx="1725978" cy="80347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88" y="4578749"/>
            <a:ext cx="1122824" cy="11228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485" y="6169204"/>
            <a:ext cx="1724297" cy="43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693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F41EF-9F07-1E5A-589C-D5642AB1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797963-B38B-EF06-60AA-3AF6163B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50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ru-RU" sz="3500" dirty="0">
                <a:solidFill>
                  <a:schemeClr val="bg1"/>
                </a:solidFill>
                <a:latin typeface="Corbel Light"/>
              </a:rPr>
              <a:t>Номинация</a:t>
            </a:r>
            <a:br>
              <a:rPr lang="ru-RU" sz="9000" dirty="0">
                <a:latin typeface="Corbel Light"/>
              </a:rPr>
            </a:br>
            <a:r>
              <a:rPr lang="ru-RU" sz="6500" dirty="0">
                <a:solidFill>
                  <a:schemeClr val="bg1"/>
                </a:solidFill>
                <a:latin typeface="Philosopher" pitchFamily="2" charset="0"/>
              </a:rPr>
              <a:t>«</a:t>
            </a:r>
            <a:r>
              <a:rPr lang="en-US" sz="6500" dirty="0">
                <a:solidFill>
                  <a:schemeClr val="bg1"/>
                </a:solidFill>
                <a:latin typeface="Philosopher" pitchFamily="2" charset="0"/>
              </a:rPr>
              <a:t>{{NOMINATION}}</a:t>
            </a:r>
            <a:r>
              <a:rPr lang="ru-RU" sz="6500" dirty="0">
                <a:solidFill>
                  <a:schemeClr val="bg1"/>
                </a:solidFill>
                <a:latin typeface="Philosopher" pitchFamily="2" charset="0"/>
              </a:rPr>
              <a:t>»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0489727B-10AE-BEAD-F892-793AED202E1A}"/>
              </a:ext>
            </a:extLst>
          </p:cNvPr>
          <p:cNvSpPr txBox="1">
            <a:spLocks/>
          </p:cNvSpPr>
          <p:nvPr/>
        </p:nvSpPr>
        <p:spPr>
          <a:xfrm>
            <a:off x="1524000" y="2569765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Garamond"/>
              </a:rPr>
              <a:t>{{TEAM_1}}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6B0E89-4C51-E5FE-3F49-B2DF8D047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11" y="5629882"/>
            <a:ext cx="1725978" cy="80347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E06C55-E4CC-DF0F-F4CC-39403D3228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88" y="4578749"/>
            <a:ext cx="1122824" cy="11228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C997C7-64FB-2CE9-1929-737148E2F5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485" y="6169204"/>
            <a:ext cx="1724297" cy="436268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2DF4BF-BD79-8CAD-B23B-7C4A09EEB4BC}"/>
              </a:ext>
            </a:extLst>
          </p:cNvPr>
          <p:cNvSpPr txBox="1">
            <a:spLocks/>
          </p:cNvSpPr>
          <p:nvPr/>
        </p:nvSpPr>
        <p:spPr>
          <a:xfrm>
            <a:off x="1524000" y="3666143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Garamond"/>
              </a:rPr>
              <a:t>{{TEAM_</a:t>
            </a:r>
            <a:r>
              <a:rPr lang="ru-RU" sz="6000" dirty="0">
                <a:solidFill>
                  <a:schemeClr val="bg1"/>
                </a:solidFill>
                <a:latin typeface="Garamond"/>
              </a:rPr>
              <a:t>2</a:t>
            </a:r>
            <a:r>
              <a:rPr lang="en-US" sz="6000" dirty="0">
                <a:solidFill>
                  <a:schemeClr val="bg1"/>
                </a:solidFill>
                <a:latin typeface="Garamond"/>
              </a:rPr>
              <a:t>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15657519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1E12-7A86-67CC-18D7-6BA6101CB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14FA1-638A-F47F-4375-77C0B8B9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50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ru-RU" sz="3500" dirty="0">
                <a:solidFill>
                  <a:schemeClr val="bg1"/>
                </a:solidFill>
                <a:latin typeface="Corbel Light"/>
              </a:rPr>
              <a:t>Номинация</a:t>
            </a:r>
            <a:br>
              <a:rPr lang="ru-RU" sz="9000" dirty="0">
                <a:latin typeface="Corbel Light"/>
              </a:rPr>
            </a:br>
            <a:r>
              <a:rPr lang="ru-RU" sz="6500" dirty="0">
                <a:solidFill>
                  <a:schemeClr val="bg1"/>
                </a:solidFill>
                <a:latin typeface="Philosopher" pitchFamily="2" charset="0"/>
              </a:rPr>
              <a:t>«</a:t>
            </a:r>
            <a:r>
              <a:rPr lang="en-US" sz="6500" dirty="0">
                <a:solidFill>
                  <a:schemeClr val="bg1"/>
                </a:solidFill>
                <a:latin typeface="Philosopher" pitchFamily="2" charset="0"/>
              </a:rPr>
              <a:t>{{NOMINATION}}</a:t>
            </a:r>
            <a:r>
              <a:rPr lang="ru-RU" sz="6500" dirty="0">
                <a:solidFill>
                  <a:schemeClr val="bg1"/>
                </a:solidFill>
                <a:latin typeface="Philosopher" pitchFamily="2" charset="0"/>
              </a:rPr>
              <a:t>»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AA0D0E0B-217F-E79B-AE2A-B16068484404}"/>
              </a:ext>
            </a:extLst>
          </p:cNvPr>
          <p:cNvSpPr txBox="1">
            <a:spLocks/>
          </p:cNvSpPr>
          <p:nvPr/>
        </p:nvSpPr>
        <p:spPr>
          <a:xfrm>
            <a:off x="1524000" y="2444887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Garamond"/>
              </a:rPr>
              <a:t>{{TEAM_1}}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1CF732-AB08-B9AA-0DE3-C2C08E4701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11" y="5629882"/>
            <a:ext cx="1725978" cy="80347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B54CD5-1FEF-C09C-7FAA-ED792B50CD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88" y="4578749"/>
            <a:ext cx="1122824" cy="11228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C4DB8A-0A47-35E5-F296-74A3930B63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485" y="6169204"/>
            <a:ext cx="1724297" cy="436268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35D79E-0F0D-1574-5D87-AD0115488DD2}"/>
              </a:ext>
            </a:extLst>
          </p:cNvPr>
          <p:cNvSpPr txBox="1">
            <a:spLocks/>
          </p:cNvSpPr>
          <p:nvPr/>
        </p:nvSpPr>
        <p:spPr>
          <a:xfrm>
            <a:off x="1524000" y="3326778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Garamond"/>
              </a:rPr>
              <a:t>{{TEAM_</a:t>
            </a:r>
            <a:r>
              <a:rPr lang="ru-RU" sz="6000" dirty="0">
                <a:solidFill>
                  <a:schemeClr val="bg1"/>
                </a:solidFill>
                <a:latin typeface="Garamond"/>
              </a:rPr>
              <a:t>2</a:t>
            </a:r>
            <a:r>
              <a:rPr lang="en-US" sz="6000" dirty="0">
                <a:solidFill>
                  <a:schemeClr val="bg1"/>
                </a:solidFill>
                <a:latin typeface="Garamond"/>
              </a:rPr>
              <a:t>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182F8D1-0A72-E8F8-9D5E-9998475B5912}"/>
              </a:ext>
            </a:extLst>
          </p:cNvPr>
          <p:cNvSpPr txBox="1">
            <a:spLocks/>
          </p:cNvSpPr>
          <p:nvPr/>
        </p:nvSpPr>
        <p:spPr>
          <a:xfrm>
            <a:off x="1524000" y="4208669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Garamond"/>
              </a:rPr>
              <a:t>{{TEAM_</a:t>
            </a:r>
            <a:r>
              <a:rPr lang="ru-RU" sz="6000" dirty="0">
                <a:solidFill>
                  <a:schemeClr val="bg1"/>
                </a:solidFill>
                <a:latin typeface="Garamond"/>
              </a:rPr>
              <a:t>3</a:t>
            </a:r>
            <a:r>
              <a:rPr lang="en-US" sz="6000" dirty="0">
                <a:solidFill>
                  <a:schemeClr val="bg1"/>
                </a:solidFill>
                <a:latin typeface="Garamond"/>
              </a:rPr>
              <a:t>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21584680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08349"/>
            <a:ext cx="9144000" cy="1529101"/>
          </a:xfrm>
        </p:spPr>
        <p:txBody>
          <a:bodyPr>
            <a:normAutofit/>
          </a:bodyPr>
          <a:lstStyle/>
          <a:p>
            <a:r>
              <a:rPr lang="ru-RU" sz="9600" dirty="0">
                <a:solidFill>
                  <a:schemeClr val="bg1"/>
                </a:solidFill>
                <a:latin typeface="Philosopher" pitchFamily="2" charset="0"/>
              </a:rPr>
              <a:t>3 место!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366735"/>
            <a:ext cx="9144000" cy="622092"/>
          </a:xfrm>
        </p:spPr>
        <p:txBody>
          <a:bodyPr anchor="ctr"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Garamond"/>
              </a:rPr>
              <a:t>{{TEAM_1}}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11" y="5629882"/>
            <a:ext cx="1725978" cy="80347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816" y="4908794"/>
            <a:ext cx="1122824" cy="11228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611" y="1713124"/>
            <a:ext cx="1724297" cy="436268"/>
          </a:xfrm>
          <a:prstGeom prst="rect">
            <a:avLst/>
          </a:prstGeom>
        </p:spPr>
      </p:pic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03E18F7E-EF5A-E9BA-32B7-DA320204A893}"/>
              </a:ext>
            </a:extLst>
          </p:cNvPr>
          <p:cNvSpPr txBox="1">
            <a:spLocks/>
          </p:cNvSpPr>
          <p:nvPr/>
        </p:nvSpPr>
        <p:spPr>
          <a:xfrm>
            <a:off x="1516912" y="3272275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bg1"/>
                </a:solidFill>
                <a:latin typeface="Garamond"/>
              </a:rPr>
              <a:t>{{TEAM_2}}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805BDBEB-5802-8BCC-799F-7527AA96404E}"/>
              </a:ext>
            </a:extLst>
          </p:cNvPr>
          <p:cNvSpPr txBox="1">
            <a:spLocks/>
          </p:cNvSpPr>
          <p:nvPr/>
        </p:nvSpPr>
        <p:spPr>
          <a:xfrm>
            <a:off x="1518684" y="4186675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bg1"/>
                </a:solidFill>
                <a:latin typeface="Garamond"/>
              </a:rPr>
              <a:t>{{TEAM_3}}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2319210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build="p"/>
      <p:bldP spid="1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4A793-6CAA-1EBA-382D-7B07130C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4E357-8E1A-0EFC-3079-227EACC26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349"/>
            <a:ext cx="9144000" cy="1529101"/>
          </a:xfrm>
        </p:spPr>
        <p:txBody>
          <a:bodyPr>
            <a:normAutofit/>
          </a:bodyPr>
          <a:lstStyle/>
          <a:p>
            <a:r>
              <a:rPr lang="ru-RU" sz="9600" dirty="0">
                <a:solidFill>
                  <a:schemeClr val="bg1"/>
                </a:solidFill>
                <a:latin typeface="Philosopher" pitchFamily="2" charset="0"/>
              </a:rPr>
              <a:t>3 место!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32D90E-B179-285A-FB8D-75E2075D5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68968"/>
            <a:ext cx="9144000" cy="622092"/>
          </a:xfrm>
        </p:spPr>
        <p:txBody>
          <a:bodyPr anchor="ctr"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Garamond"/>
              </a:rPr>
              <a:t>{{TEAM_1}}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85BA8C-587F-AD6D-E178-D2A946F39D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11" y="5629882"/>
            <a:ext cx="1725978" cy="8034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5B7734-B5DD-3A51-E104-FB491D5C6E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816" y="4908794"/>
            <a:ext cx="1122824" cy="112282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098209-DE90-2291-35E7-1E3A81D5B2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611" y="1713124"/>
            <a:ext cx="1724297" cy="436268"/>
          </a:xfrm>
          <a:prstGeom prst="rect">
            <a:avLst/>
          </a:prstGeom>
        </p:spPr>
      </p:pic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5E93B90A-D83E-A0E2-2EF9-ED1BD9BCF320}"/>
              </a:ext>
            </a:extLst>
          </p:cNvPr>
          <p:cNvSpPr txBox="1">
            <a:spLocks/>
          </p:cNvSpPr>
          <p:nvPr/>
        </p:nvSpPr>
        <p:spPr>
          <a:xfrm>
            <a:off x="1516912" y="2674508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bg1"/>
                </a:solidFill>
                <a:latin typeface="Garamond"/>
              </a:rPr>
              <a:t>{{TEAM_2}}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8F5AC9A5-382E-9FE7-41A7-086E589BE02A}"/>
              </a:ext>
            </a:extLst>
          </p:cNvPr>
          <p:cNvSpPr txBox="1">
            <a:spLocks/>
          </p:cNvSpPr>
          <p:nvPr/>
        </p:nvSpPr>
        <p:spPr>
          <a:xfrm>
            <a:off x="1518684" y="3588908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bg1"/>
                </a:solidFill>
                <a:latin typeface="Garamond"/>
              </a:rPr>
              <a:t>{{TEAM_3}}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54A09521-2173-463F-0EB4-73CA4F53598C}"/>
              </a:ext>
            </a:extLst>
          </p:cNvPr>
          <p:cNvSpPr txBox="1">
            <a:spLocks/>
          </p:cNvSpPr>
          <p:nvPr/>
        </p:nvSpPr>
        <p:spPr>
          <a:xfrm>
            <a:off x="1516912" y="4522784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Garamond"/>
              </a:rPr>
              <a:t>{{TEAM_4}}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16847182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build="p"/>
      <p:bldP spid="12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9600" dirty="0">
                <a:solidFill>
                  <a:schemeClr val="bg1"/>
                </a:solidFill>
                <a:latin typeface="Philosopher" pitchFamily="2" charset="0"/>
              </a:rPr>
              <a:t>2 место!</a:t>
            </a: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524000" y="2676063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Garamond"/>
              </a:rPr>
              <a:t>{{TEAM_1}}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1524000" y="3970834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Garamond"/>
              </a:rPr>
              <a:t>{{TEAM_2}}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11" y="5629882"/>
            <a:ext cx="1725978" cy="80347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88" y="4405786"/>
            <a:ext cx="1122824" cy="11228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365125"/>
            <a:ext cx="1724297" cy="43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63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C3B0-CE38-F2E2-DB52-C8E7DB014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D359D-3D9A-A1E6-9F9B-E0F51DE3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9600" dirty="0">
                <a:solidFill>
                  <a:schemeClr val="bg1"/>
                </a:solidFill>
                <a:latin typeface="Philosopher" pitchFamily="2" charset="0"/>
              </a:rPr>
              <a:t>2 место!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C018B0D-F394-76D2-5B06-EEC3D4CCC481}"/>
              </a:ext>
            </a:extLst>
          </p:cNvPr>
          <p:cNvSpPr txBox="1">
            <a:spLocks/>
          </p:cNvSpPr>
          <p:nvPr/>
        </p:nvSpPr>
        <p:spPr>
          <a:xfrm>
            <a:off x="1524000" y="2141168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Garamond"/>
              </a:rPr>
              <a:t>{{TEAM_1}}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21F3133B-F117-66CD-6576-065FAE762358}"/>
              </a:ext>
            </a:extLst>
          </p:cNvPr>
          <p:cNvSpPr txBox="1">
            <a:spLocks/>
          </p:cNvSpPr>
          <p:nvPr/>
        </p:nvSpPr>
        <p:spPr>
          <a:xfrm>
            <a:off x="1515708" y="3176474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Garamond"/>
              </a:rPr>
              <a:t>{{TEAM_2}}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DFE382-9D17-725B-77B0-9AC4EEF600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11" y="5629882"/>
            <a:ext cx="1725978" cy="8034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5D745A-A684-7CF9-48B8-24F235D25D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88" y="4405786"/>
            <a:ext cx="1122824" cy="112282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C5A4D2-D9CC-B863-7F2E-7B9818DF3C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365125"/>
            <a:ext cx="1724297" cy="436268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2FB398-97F6-B9B1-C10F-8ADF0EAA7B76}"/>
              </a:ext>
            </a:extLst>
          </p:cNvPr>
          <p:cNvSpPr txBox="1">
            <a:spLocks/>
          </p:cNvSpPr>
          <p:nvPr/>
        </p:nvSpPr>
        <p:spPr>
          <a:xfrm>
            <a:off x="1524000" y="4211780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Garamond"/>
              </a:rPr>
              <a:t>{{TEAM_2}}</a:t>
            </a:r>
            <a:endParaRPr lang="ru-RU" sz="6000" dirty="0">
              <a:solidFill>
                <a:schemeClr val="bg1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32468357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9600" dirty="0">
                <a:solidFill>
                  <a:schemeClr val="bg1"/>
                </a:solidFill>
                <a:latin typeface="Philosopher" pitchFamily="2" charset="0"/>
              </a:rPr>
              <a:t>1 место!</a:t>
            </a: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524000" y="3117954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0" dirty="0">
                <a:solidFill>
                  <a:schemeClr val="bg1"/>
                </a:solidFill>
                <a:latin typeface="Garamond"/>
              </a:rPr>
              <a:t>{{TEAM_1}}</a:t>
            </a:r>
            <a:endParaRPr lang="ru-RU" sz="8000" dirty="0">
              <a:solidFill>
                <a:schemeClr val="bg1"/>
              </a:solidFill>
              <a:latin typeface="Garamond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11" y="5629882"/>
            <a:ext cx="1725978" cy="80347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867" y="1601626"/>
            <a:ext cx="1122824" cy="11228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3" y="6215221"/>
            <a:ext cx="1724297" cy="43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43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4B56-F616-8D27-15B0-374ECBD73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D835D-3C84-33F0-00BB-6DFB7ADD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9600" dirty="0">
                <a:solidFill>
                  <a:schemeClr val="bg1"/>
                </a:solidFill>
                <a:latin typeface="Philosopher" pitchFamily="2" charset="0"/>
              </a:rPr>
              <a:t>1 место!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B50CBD4-5A27-46F3-EF8F-838D50F9B407}"/>
              </a:ext>
            </a:extLst>
          </p:cNvPr>
          <p:cNvSpPr txBox="1">
            <a:spLocks/>
          </p:cNvSpPr>
          <p:nvPr/>
        </p:nvSpPr>
        <p:spPr>
          <a:xfrm>
            <a:off x="1524000" y="2616143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0" dirty="0">
                <a:solidFill>
                  <a:schemeClr val="bg1"/>
                </a:solidFill>
                <a:latin typeface="Garamond"/>
              </a:rPr>
              <a:t>{{TEAM_1}}</a:t>
            </a:r>
            <a:endParaRPr lang="ru-RU" sz="8000" dirty="0">
              <a:solidFill>
                <a:schemeClr val="bg1"/>
              </a:solidFill>
              <a:latin typeface="Garamond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AF448D8-087E-35F0-8C74-1702FFF94E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11" y="5629882"/>
            <a:ext cx="1725978" cy="8034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23EAC2C-F3B1-26A7-9599-DB21D2AB91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867" y="1601626"/>
            <a:ext cx="1122824" cy="112282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A4367E-07A7-1AAC-3B24-30A2C0D56D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3" y="6215221"/>
            <a:ext cx="1724297" cy="436268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3FAA61-10B3-EB20-6012-67688FEDE996}"/>
              </a:ext>
            </a:extLst>
          </p:cNvPr>
          <p:cNvSpPr txBox="1">
            <a:spLocks/>
          </p:cNvSpPr>
          <p:nvPr/>
        </p:nvSpPr>
        <p:spPr>
          <a:xfrm>
            <a:off x="1524000" y="3801429"/>
            <a:ext cx="9144000" cy="622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0" dirty="0">
                <a:solidFill>
                  <a:schemeClr val="bg1"/>
                </a:solidFill>
                <a:latin typeface="Garamond"/>
              </a:rPr>
              <a:t>{{TEAM_</a:t>
            </a:r>
            <a:r>
              <a:rPr lang="ru-RU" sz="8000" dirty="0">
                <a:solidFill>
                  <a:schemeClr val="bg1"/>
                </a:solidFill>
                <a:latin typeface="Garamond"/>
              </a:rPr>
              <a:t>2</a:t>
            </a:r>
            <a:r>
              <a:rPr lang="en-US" sz="8000" dirty="0">
                <a:solidFill>
                  <a:schemeClr val="bg1"/>
                </a:solidFill>
                <a:latin typeface="Garamond"/>
              </a:rPr>
              <a:t>}}</a:t>
            </a:r>
            <a:endParaRPr lang="ru-RU" sz="8000" dirty="0">
              <a:solidFill>
                <a:schemeClr val="bg1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1939286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80205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ru-RU" sz="9000" dirty="0">
                <a:solidFill>
                  <a:schemeClr val="bg1"/>
                </a:solidFill>
                <a:latin typeface="Philosopher" pitchFamily="2" charset="0"/>
              </a:rPr>
              <a:t>Спасибо за участие!</a:t>
            </a: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320209" y="3127744"/>
            <a:ext cx="9551581" cy="13220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5000" dirty="0">
                <a:solidFill>
                  <a:schemeClr val="bg1"/>
                </a:solidFill>
                <a:latin typeface="Corbel Light"/>
              </a:rPr>
              <a:t>Будем ждать на следующих играх!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11" y="5629882"/>
            <a:ext cx="1725978" cy="80347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28003"/>
            <a:ext cx="1122824" cy="11228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359" y="1365783"/>
            <a:ext cx="1724297" cy="43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4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2157</TotalTime>
  <Words>162</Words>
  <Application>Microsoft Macintosh PowerPoint</Application>
  <PresentationFormat>Широкоэкранный</PresentationFormat>
  <Paragraphs>34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Corbel Light</vt:lpstr>
      <vt:lpstr>Garamond</vt:lpstr>
      <vt:lpstr>Philosopher</vt:lpstr>
      <vt:lpstr>Тема Office</vt:lpstr>
      <vt:lpstr>НАГРАЖДЕНИЕ VI Турнира математических игр</vt:lpstr>
      <vt:lpstr>Специальные номинации</vt:lpstr>
      <vt:lpstr>Номинация «{{NOMINATION}}»</vt:lpstr>
      <vt:lpstr>Номинация «{{NOMINATION}}»</vt:lpstr>
      <vt:lpstr>Номинация «{{NOMINATION}}»</vt:lpstr>
      <vt:lpstr>3 место!</vt:lpstr>
      <vt:lpstr>3 место!</vt:lpstr>
      <vt:lpstr>2 место!</vt:lpstr>
      <vt:lpstr>2 место!</vt:lpstr>
      <vt:lpstr>1 место!</vt:lpstr>
      <vt:lpstr>1 место!</vt:lpstr>
      <vt:lpstr>Спасибо за участие!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НАГРАЖДЕНИЕ</dc:title>
  <dc:creator>OKS4-ST11</dc:creator>
  <cp:lastModifiedBy>Андрей</cp:lastModifiedBy>
  <cp:revision>37</cp:revision>
  <dcterms:created xsi:type="dcterms:W3CDTF">2025-03-28T17:08:13Z</dcterms:created>
  <dcterms:modified xsi:type="dcterms:W3CDTF">2026-03-29T04:51:55Z</dcterms:modified>
</cp:coreProperties>
</file>